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78151"/>
  </p:normalViewPr>
  <p:slideViewPr>
    <p:cSldViewPr snapToGrid="0" snapToObjects="1">
      <p:cViewPr varScale="1">
        <p:scale>
          <a:sx n="130" d="100"/>
          <a:sy n="130" d="100"/>
        </p:scale>
        <p:origin x="1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11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9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Layer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|  JWT  |  Business Logic  |  Supabase Service Role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50592"/>
            <a:ext cx="841248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--&gt;  Backend  --&gt;  Supabase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Saptamana trecuta: frontend </a:t>
            </a:r>
            <a:r>
              <a:rPr lang="en-US" sz="1200" dirty="0" err="1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</a:t>
            </a: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 cu Supabase. Azi </a:t>
            </a:r>
            <a:r>
              <a:rPr lang="en-US" sz="1200" dirty="0" err="1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adaugam</a:t>
            </a: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 ul din </a:t>
            </a:r>
            <a:r>
              <a:rPr lang="en-US" sz="1200" dirty="0" err="1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mijloc</a:t>
            </a: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cel pe care il controlam 100%.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82296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8778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avem nevoie de un backend?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6002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160020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" y="160020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1655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fluxul Accept 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377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" y="237744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" y="237744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4323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basics si Express.js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3154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" y="315468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" y="315468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3209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proiect backend — structura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9319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393192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1168" y="393192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3986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— autentificare stateless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81728" y="8229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81728" y="82296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81728" y="82296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38928" y="8778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 + middleware requireAuth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81728" y="16002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81728" y="160020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81728" y="160020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38928" y="1655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routes pe Supabase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81728" y="2377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81728" y="237744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81728" y="237744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38928" y="24323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Answer — business logic implementat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81728" y="3154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1728" y="315468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81728" y="315468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38928" y="3209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Rewire frontend catre backend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81728" y="39319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81728" y="3931920"/>
            <a:ext cx="384048" cy="65836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81728" y="393192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38928" y="3986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debugging, probleme comune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0" dur="1" fill="hold"/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/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2" dur="1" fill="hold"/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/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 de plecare — ce avem din Lab 5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/>
              <a:t>Verificare</a:t>
            </a:r>
            <a:r>
              <a:rPr lang="en-US" sz="1200" dirty="0"/>
              <a:t>:</a:t>
            </a:r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Toata lumea se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poate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645920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0352" y="1645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Intrebarile apar in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121408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0352" y="2121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functional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596896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6746" y="25968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persista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dupa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refresh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" y="3099816"/>
            <a:ext cx="41696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cineva are RLS broken (rezultate goale sau erori): rezolvam ACUM, inainte sa mergem mai departe.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822960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86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LAB 5 (cum e acum)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1188720"/>
            <a:ext cx="374904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66360" y="126187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--(anon key)--&gt; Supabase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RLS verifica fiecare query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30428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350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LAB 6 (ce construim azi)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651760"/>
            <a:ext cx="3749040" cy="111556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2724912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 Backend (requireAuth)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--(service role key)--&gt;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Supabase (no RLS)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977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Securitatea se muta din DB layer (RLS) -&gt; application layer (codul nostru).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0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backend?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18872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AB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188720"/>
            <a:ext cx="4069080" cy="320040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225296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ce folosim noi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157276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Auto-genereaza un REST API peste PostgreSQL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JavaScript oficial (@supabase/supabase-js)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built-in — securitate la nivel de rand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Poti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 din browser fara backend propriu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5968" y="1874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19472" y="11887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19472" y="1188720"/>
            <a:ext cx="402336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12252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0912" y="1572768"/>
            <a:ext cx="38404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SQL Server, Oracle pe un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client JavaScript disponibil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REST endpoint auto-generat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 API-ul de la zero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" y="321868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Django, Spring Boot, Laravel, Rails — toate rezolva acelasi lucru: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expun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 printr-un API HTTP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controlat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3675887"/>
            <a:ext cx="8686800" cy="908901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37490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Acelasi concept, framework diferit — recunosti pattern-ul: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app.get('/questions', handler)    // Express.js  (Node.js)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@app.get('/questions')            // FastAPI      (Python)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@GetMapping('/questions')         // Spring Boot  (Java)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'/questions', handler         // Sinatra      (Ruby)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backend? 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5448" y="89611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" y="804672"/>
            <a:ext cx="41605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" y="84124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nu apartine frontendului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188720"/>
            <a:ext cx="397764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 Create Question: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Valideaza input-ul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Verifica duplicate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Upsert tags (creeaza daca nu exista)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INSERT intrebarea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Notifica followerii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Triggereza analiza AI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Aceasta se numeste orchestrare. Backend-ul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expune un singur endpoint curat — /questions.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Frontend-ul apeleaza si primeste rezultatul.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Complexitatea e invizibila pentru 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3708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437083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841248"/>
            <a:ext cx="4187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418795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Secretele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 pot fi niciodata in frontend: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Chei API (OpenAI, Stripe, SendGrid)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Credentiale baze de 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Token-uri de servicii externe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= zona safe: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Tine secretele in variabile de mediu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Valideaza fiecare request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Decide ce se intampla in baza de date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468172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vs Lab 6 — ce se schimba concret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8686800" cy="126187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5:  Browser -- (anon key) --&gt; Supabase --&gt; RLS verifica --&gt;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(vizibila in DevTools)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6:  Browser --&gt; Backend (requireAuth) -- (service role key) --&gt; Supabase --&gt;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(secreta, doar pe server)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^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securitatea s-a mutat AICI, din DB in cod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04898"/>
              </p:ext>
            </p:extLst>
          </p:nvPr>
        </p:nvGraphicFramePr>
        <p:xfrm>
          <a:off x="201168" y="2212848"/>
          <a:ext cx="8686800" cy="24871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comparam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5 — 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6 — prin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Cheia folosita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 key — publica, in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role key — secreta, doar pe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Cine verifica cine esti?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RLS 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Middleware-ul: requireAuth()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 complex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Imposibil sau nesigur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Orice — backend orchestreaza totul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Secrete externe (AI, email)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NICIODATA — expuse in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— traiesc doar pe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Scalabilitate si flexibilitate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Limitata de ce poate exprima RLS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Nelimitata — cod 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01168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de ce nu poti face asta din frontend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concret: ce se intampla cand un user accepta un raspuns la intrebarea sa.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23444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20700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ca userul curent este chiar </a:t>
            </a:r>
            <a:r>
              <a:rPr lang="en-US" sz="10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autorul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intrebarii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1234440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82112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9584" y="120700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ca nu mai exista deja un alt raspuns acceptat pe aceasta intrebare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2344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63056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10528" y="120700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Marcam raspunsul ales: is_accepted = true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23774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35000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Marcam intrebarea ca rezolvata: is_solved = true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2112" y="2377440"/>
            <a:ext cx="274320" cy="274320"/>
          </a:xfrm>
          <a:prstGeom prst="ellipse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82112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9584" y="235000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Acordam +15 puncte de reputatie autorului raspunsului (atomic)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2377440"/>
            <a:ext cx="274320" cy="274320"/>
          </a:xfrm>
          <a:prstGeom prst="ellipse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6305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0528" y="235000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Viitor: trimitem email de notificare autorului raspunsului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1168" y="35478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Pasii 1-2 sunt autorizare —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malitios le poate sari daca logica e in frontend. 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Pasii 3-5 trebuie atomici —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ceva esueaza la mijloc, trebuie rollback la tot.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0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complet — PATCH /answers/:id/accept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8686800" cy="349300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trimite:  PATCH /answers/:id/accept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Authorization: Bearer &lt;token&gt;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face (in ordine):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requireAuth            -&gt; cine esti tu? (401 daca token invalid sau lipsa)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Fetch answer din DB    -&gt; obtin question_id si author_id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Fetch question din DB  -&gt; tu esti autorul intrebarii? (403 daca nu)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Exista raspuns acceptat? -&gt; 400 daca da, nu poti accepta doua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UPDATE answers  SET is_accepted = true  WHERE id = answerId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UPDATE questions SET is_solved = true   WHERE id = questionId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7. RPC increment_reputation(answer.author_id, points=15)  -- atomic!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8. Return { message: 'Answer accepted', answerId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actualizeaza UI: marcheaza raspunsul, ascunde butonul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" y="44074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API-ul este ORCHESTRATORUL. El stie ordinea si regulile. Baza de date stocheaza. Frontenddul afiseaza.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cum </a:t>
            </a:r>
            <a:r>
              <a:rPr lang="en-US" sz="2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</a:t>
            </a: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browserul cu serverul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8686800" cy="208483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Clientul trimite un REQUEST — are mereu aceste parti: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 : GET / POST / PATCH / DELETE      &lt;- ce vrei sa faci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    : /questions  sau  /questions/123  &lt;- cu ce resursa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 : Content-Type: application/json   &lt;- metadate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Authorization: Bearer &lt;token&gt;    &lt;- cine esti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   : { "title": "..." }               &lt;- datele (optional, nu la GET)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Serverul raspunde cu un RESPONSE: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: 200 OK / 201 Created / 400 Bad Request / 401 / 403 / 404 / 500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 : Content-Type: application/json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   : { "id": "abc-123", "title": "..." }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017520"/>
          <a:ext cx="5669280" cy="205435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Exemplu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body?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Citeste date, nu modifica nimic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/questions sau /questions/:id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9AB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Creeaza o resursa noua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/questions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— resursa noua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partial (nu tot obiectul)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/questions/:id/vote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— ce se schimba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Sterge o resursa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/questions/:id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 de obicei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603504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cheie: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3649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75120" y="33649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totul bine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35935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75120" y="35935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— creat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3822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75120" y="38221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 — date gresite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0" y="40507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75120" y="40507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— nu esti logat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35040" y="4279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75120" y="42793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— logat dar nu ai voie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45079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675120" y="45079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— resursa inexistenta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0" y="47365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675120" y="47365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 — bug pe server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0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— conventii de naming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fundamentala: substantivele (resursele) sunt in URL, verbele (actiunile) vin din HTTP method.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188720"/>
            <a:ext cx="8686800" cy="294436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261872"/>
            <a:ext cx="85039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Resurse — colectii si itemi individuali: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/questions            -- da-mi lista tuturor intrebarilor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/questions/:id        -- da-mi intrebarea cu id-ul acesta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/questions            -- creeaza o intrebare noua (body cu datele)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/questions/:id        -- actualizeaza partial intrebarea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/questions/:id        -- sterge intrebarea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Sub-resurse si actiuni specifice: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/questions/:id/answers  -- raspunsurile la o intrebare anume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/answers                -- creeaza un raspuns nou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/answers/:id/accept     -- actiune specifica pe un raspuns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Greseli frecvente — verbe in URL (NU face asta!):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/createQuestion           -- GRESIT: verbul e in URL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/getAllQuestions           -- GRESIT: redundant si non-standard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/deleteQuestion/:id       -- GRESIT: foloseste DELETE method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4206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ai numi endpoint-ul pentru a vota o intrebare?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4498848"/>
            <a:ext cx="8686800" cy="32004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4572000"/>
            <a:ext cx="8503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Raspuns: PATCH /questions/:id/vote   cu body: { value: 1 }  (upvote) sau { value: -1 }  (downvote)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server HTTP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5074920" cy="382219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489204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Importam Express si cream instanta aplicatiei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Middleware global: fara asta, req.body e undefined la POST/PATCH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Definim o ruta GET — oricine poate accesa, fara autentificare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app.get('/questions',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req = tot ce a trimis clientul (headers, body, params)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res = obiectul cu care trimitem raspunsul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questions: [] });          // trimitem JSON cu status 200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Ruta POST — creeaza o intrebare noua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app.post('/questions',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title, description } = req.body; // datele vin din body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logica de creare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res.status(201).json(newQuestion);       // 201 = Created (nu 200)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Pornim serverul si ascultam pe portul 3000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app.listen(3000, () =&gt; console.log('Server pornit pe :3000'));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822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Referinta rapida: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60920" y="118872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 Express — obiectul central al aplicatiei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5544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60920" y="155448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Adauga middleware care ruleaza la ORICE request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app.get/post/patch()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60920" y="192024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Defineste handler pentru o ruta specifica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22860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60920" y="228600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trimise de client in body (POST/PATCH)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0" y="26517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req.params.id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60920" y="265176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Valoarea din URL: /questions/:id -&gt; req.params.id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3017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req.query.page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60920" y="301752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string: /questions?page=2 -&gt; '2'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33832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res.json(data)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60920" y="338328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 JSON ca raspuns cu status 200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3749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res.status(201)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0920" y="374904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Seteaza status code inainte de .json()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41148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60920" y="411480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 controlul la urmatorul middleware din lant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0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2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lantul prin care trece fiecare request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middleware este o functie (req, res, next) care ruleaza INAINTE de route handler. Poate modifica req/res, returna devreme (ex: 401), sau apela next() pentru a continua.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207008" cy="45720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27048" y="1618488"/>
            <a:ext cx="228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55648" y="1389888"/>
            <a:ext cx="1207008" cy="457200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55648" y="13898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62656" y="1618488"/>
            <a:ext cx="228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91256" y="1389888"/>
            <a:ext cx="1207008" cy="457200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91256" y="13898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express.json()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98264" y="1618488"/>
            <a:ext cx="228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1389888"/>
            <a:ext cx="1207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13898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requireAuth()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33872" y="1618488"/>
            <a:ext cx="228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62472" y="1389888"/>
            <a:ext cx="1207008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62472" y="13898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handler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69480" y="1618488"/>
            <a:ext cx="228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0" y="1389888"/>
            <a:ext cx="1207008" cy="45720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0" y="13898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" y="1993392"/>
            <a:ext cx="8686800" cy="2633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2066544"/>
            <a:ext cx="8503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 — ORDINEA CONTEAZA! Middleware-ul ruleaza in ordinea in care e adaugat.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app.use(cors());                              // permite request-uri cross-origin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                      // parseaza JSON din body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Rute publice — nu necesita autentificare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app.use('/auth', authRouter);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Rute protejate — requireAuth ruleaza inainte de orice handler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app.use('/questions', requireAuth, questionsRouter);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Alternativ, poti aplica requireAuth doar pe unele rute: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requireAuth,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Daca ajunge aici, requireAuth a validat tokenul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req.user contine datele utilizatorului autentificat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req.user.id;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proiectului — smo-backend/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5074920" cy="324612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489204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smo-backend/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index.js          &lt;- entry point: require('./app') si app.listen()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app.js            &lt;- configureaza Express: cors, json, routes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supabase.js       &lt;- singleton client Supabase cu SERVICE ROLE KEY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middleware/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auth.js         &lt;- functia requireAuth() folosita pe rute protejate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auth.js         &lt;- POST /auth/register, /login, /refresh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questions.js    &lt;- GET /, GET /:id, POST /, PATCH /:id/vote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answers.js      &lt;- PATCH /:id/accept (business logic complet)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                &lt;- variabile secrete: PORT, URL, SERVICE_ROLE_KEY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.env.example        &lt;- template pentru colegi: valori goale, commit in git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          &lt;- .env TREBUIE sa fie in lista neagra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package.json        &lt;- "dev": "nodemon src/index.js"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822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Comenzi setup: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133856"/>
            <a:ext cx="3474720" cy="111556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77840" y="1207008"/>
            <a:ext cx="3291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smo-backend &amp;&amp; cd smo-backend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cors dotenv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@supabase/supabase-js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-D nodemon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scripts: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670048"/>
            <a:ext cx="347472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7432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"scripts":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"start": "node src/index.js",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"dev":   "nodemon src/index.js"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529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— NICIODATA in git!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822192"/>
            <a:ext cx="347472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389534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SUPABASE_URL=https://xxx.supabase.co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SUPABASE_SERVICE_ROLE_KEY=eyJhb...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41879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Key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are doua tipuri de </a:t>
            </a:r>
            <a:r>
              <a:rPr lang="en-US" sz="1100" i="1" dirty="0" err="1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</a:t>
            </a: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170432"/>
          <a:ext cx="8686800" cy="1234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 se foloseste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poate 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activ?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 key (publica)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Browser, frontend, cod 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Doar operatii permise de RLS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— fiecare query verificat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role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 pe server, niciodata in browser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Totul — ocoleste RLS complet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 — total bypass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01168" y="2487168"/>
            <a:ext cx="86868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" y="2523744"/>
            <a:ext cx="846734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KEY = god mode. Cu ea poti sterge toata baza de date, crea orice user, citi orice rand. NICIODATA in frontend, .env.example cu valori reale, sau git. Daca apare pe GitHub </a:t>
            </a:r>
            <a:r>
              <a:rPr lang="en-US" sz="1000" b="1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trebuie</a:t>
            </a: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resetata</a:t>
            </a: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 </a:t>
            </a:r>
            <a:r>
              <a:rPr lang="en-US" sz="1000" b="1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repde</a:t>
            </a: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" y="3163824"/>
            <a:ext cx="8686800" cy="1979676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2608" y="3236976"/>
            <a:ext cx="8503920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src/supabase.js — clientul Supabase folosit in TOT backend-ul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require('dotenv').config(); // incarca .env in process.env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createClient } = require('@supabase/supabase-js');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supabase = createClient(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process.env.SUPABASE_URL,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process.env.SUPABASE_SERVICE_ROLE_KEY  // &lt;- service role, NU anon key!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Cu aceasta cheie, RLS este ignorat complet.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Noi ne asumam responsabilitatea securitatii prin cod.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supabase; // </a:t>
            </a:r>
            <a:r>
              <a:rPr lang="en-US" sz="950" dirty="0" err="1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exportam</a:t>
            </a: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err="1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pentru</a:t>
            </a: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r>
              <a:rPr lang="en-US" sz="950" dirty="0" err="1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folosi</a:t>
            </a: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sz="950" dirty="0" err="1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toata</a:t>
            </a: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err="1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aplicatia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— cum stie serverul cine esti la fiecare request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fundamentala: HTTP este stateless. Serverul nu-si aminteste nimic intre doua request-uri.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115214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Solutia: dupa login, serverul iti da un TOKEN semnat pe care il trimiti cu FIECARE request urmator.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508760"/>
            <a:ext cx="8686800" cy="178308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581912"/>
            <a:ext cx="85039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JWT arata asa — 3 parti separate prin punct (.):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eyJhbGciOiJIUzI1NiJ9  .  eyJzdWIiOiJ1c2VyLXV1aWQiLCJleHAiOjE3MDB9  .  SflKxwJSMeKKF2QT4fwp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HEADER                          PAYLOAD                               SIGNATURE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 (base64): { "alg": "HS256"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algoritmul de semnare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(base64): { "sub": "user-uuid", "email": "...", "exp": 1700000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datele utilizatorului — ORICINE poate decoda si citi! Nu pune secrete!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SIGNATURE: HMACSHA256(header + "." + payload, SECRET_KEY)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daca cineva modifica payload-ul, semnatura nu mai bate -&gt; tokenul e respins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" y="336499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NU </a:t>
            </a:r>
            <a:r>
              <a:rPr lang="en-US" sz="120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criptat</a:t>
            </a: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este SEMNAT. Oricine citeste continutul. Nimeni nu-l poate modifica fara cheia secreta a serverului.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767328"/>
          <a:ext cx="8686800" cy="8961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Folosit pentru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Stocat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trimis la fiecare request in Authorization 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app (sau localStorage)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zile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obtine un nou access token cand cel vechi expira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01168" y="47365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Flow — de la login la fiecare request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18082"/>
            <a:ext cx="8631936" cy="2432039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18083"/>
            <a:ext cx="85039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Client trimite: POST /auth/login  { email, password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Server raspunde: { accessToken, refreshToken }  &lt;- ambii tokeni odata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FIECARE REQUEST PROTEJAT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Client adauga header: Authorization: Bearer &lt;accessToken&gt;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Server verifica semnatura -&gt; valid: proceseaza  |  invalid/expirat: 401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ACCESS TOKEN EXPIRAT (dupa 1 ora)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Client trimite: POST /auth/refresh  { refreshToken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Server raspunde: { accessToken nou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Client da retry la request-ul original cu noul token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REFRESH TOKEN EXPIRAT (dupa 7 zile)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-&gt; Userul trebuie sa se logheze din nou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" y="29992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refresh — userul nu simte nimic cand access token-ul expira: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3215619"/>
            <a:ext cx="8650224" cy="1752834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3215619"/>
            <a:ext cx="85039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functia request() din api.ts — tratam automat token-ul expirat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(res.status === 401)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rt = localStorage.getItem('smo_refresh'); // luam refresh token-ul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(rt)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 = await request('/auth/refresh', {     // cerem token nou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method:'POST', body:JSON.stringify({refreshToken:rt})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localStorage.setItem('smo_token', d.accessToken); // salvam token-ul nou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request(path, options); // reincercam request-ul original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Daca nu avem refresh token -&gt; redirectam la login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</a:t>
            </a: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tokenul e invalid sau lipseste, handler-ul rutei nu ruleaza </a:t>
            </a:r>
            <a:r>
              <a:rPr lang="en-US" sz="1100" i="1" dirty="0" err="1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niciodata</a:t>
            </a: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5230368" cy="382219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243584"/>
            <a:ext cx="50474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src/middleware/auth.js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supabase = require('../supabase');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requireAuth(req, res, next)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Citim header-ul Authorization din 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 = req.headers['authorization'];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Verificam ca exista si are formatul corect "Bearer &lt;token&gt;"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(!h || !h.startsWith('Bearer '))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res.status(401).json({ error: 'Token lipsa sau format gresit'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Extragem tokenul de dupa "Bearer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h.split(' ')[1];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Lasam Supabase sa verifice semnatura si expirarea pentru noi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NU decodam manual JWT-ul — supabase.auth.getUser face totul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{ user }, error } = await supabase.auth.getUser(token);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 || !user)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res.status(401).json({ error: 'Token invalid sau expirat'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Atasam userul la obiectul request — disponibil in handler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req.user = user;  // acum orice handler poate folosi req.user.id etc.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next();            // continuam la urmatorul middleware sau handler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{ requireAuth };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il folosesti: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481328"/>
            <a:ext cx="3474720" cy="267004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1554480"/>
            <a:ext cx="329184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Ruta protejata — requireAuth 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 doilea argument, inainte de handler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requireAuth,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(req, res)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req.user e disponibil aici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userId = req.user.id;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logica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Ruta publica — fara requireAuth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(req, res)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oricine poate accesa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5047488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nu decoda JWT-ul manual. supabase.auth.getUser() face verificarea corect.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 — POST /auth/register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8686800" cy="400507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src/routes/auth.js — Inregistrare utilizator nou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router.post('/register', async (req, res)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email, password, username } = req.body;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1: validam ca toate campurile sunt prezente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(!email || !password || !username)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res.status(400).json({ error: 'email, password si username sunt obligatorii' });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2: verificam ca username-ul nu e deja luat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existing } = await supabase.from('profiles')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.select('id').eq('username', username).single();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(existing)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res.status(400).json({ error: 'Username-ul este deja folosit' });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3: cream userul in Supabase Auth — necesita SERVICE ROLE KEY!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email_confirm: true = marcam emailul ca verificat automat (dev only)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{ user }, error: createErr }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supabase.auth.admin.createUser({ email, password, email_confirm: true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(createErr) return res.status(400).json({ error: createErr.message });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4: cream profilul — id TREBUIE sa fie UUID-ul din auth, nu altul!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error: profileErr } = await supabase.from('profiles')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.insert({ id: user.id, username, email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(profileErr)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Rollback: stergem userul din auth daca profilul n-a putut fi creat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supabase.auth.admin.deleteUser(user.id);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res.status(500).json({ error: 'Eroare la crearea profilului'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5: logam userul automat si returnam tokenii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sess } = await supabase.auth.signInWithPassword({ email, password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res.status(201).json({ accessToken: sess.session.access_token,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refreshToken: sess.session.refresh_token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" y="4901184"/>
            <a:ext cx="868680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4901184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 — POST /auth/login si /auth/refresh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694944"/>
            <a:ext cx="8650224" cy="4288536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22960"/>
            <a:ext cx="850392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/auth/login — autentificare cu email si parola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router.post('/login', async (req, res)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email, password } = req.body;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(!email || !password)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res.status(400).json({ error: 'email si password sunt obligatorii'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signInWithPassword verifica parola hashed — nu compara niciodata manual!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data, error } = await supabase.auth.signInWithPassword({ email, password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(error) return res.status(401).json({ error: 'Email sau parola incorecta'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Luam si profilul ca sa avem username-ul in raspuns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profile } = await supabase.from('profiles')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.select('*').eq('id', data.user.id).single();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accessToken:  data.session.access_token,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refreshToken: data.session.refresh_token,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user: { ...data.user, profile } }); // combinam user + profil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/auth/refresh — obtine un access token nou cu refresh token-ul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router.post('/refresh', async (req, res)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refreshToken } = req.body;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(!refreshToken) return res.status(400).json({ error: 'refreshToken obligatoriu'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Supabase verifica refresh token-ul si emite un access token nou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data, error } = await supabase.auth.refreshSession({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refresh_token: refreshToken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(error) return res.status(401).json({ error: 'Token invalid sau expirat'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accessToken:  data.session.access_token,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refreshToken: data.session.refresh_token }); // noul refresh token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" y="5056632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Routes — GET /questions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59"/>
            <a:ext cx="8686800" cy="3625587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/questions — ruta publica, oricine poate vedea intrebarile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data, error } = await supabase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.from('questions')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Selectam tot + join-uri: autorul, tag-urile, numarul de raspunsuri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author:profiles!author_id = join pe coloana author_id, alias "author"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answers(count) = doar numarul, nu toate raspunsurile (mai eficient)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.select('*, author:profiles!author_id(id,username), question_tags(tag:tags(name)), answers(count)')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.order('created_at', { ascending: false }); // cele mai noi primele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(error) return res.status(500).json({ error: error.message 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Supabase returneaza answers: [{ count: 3 }] pentru agregate.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Normalizam inainte sa trimitem — frontenddul se asteapta la answer_count: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questions = data.map(q =&gt; 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...q,                                              // toate campurile originale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answer_count:  q.answers[0]?.count ?? 0,           // scoatem numarul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tags:          q.question_tags.map(qt =&gt; qt.tag.name), // lista de stringuri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answers:       undefined,   // stergem forma bruta Supabase din raspuns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question_tags: undefined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res.json(questions);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" y="43159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" y="47000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curl http://localhost:3000/questions  -&gt;  lista cu autori reali, numar raspunsuri, tag-uri.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Routes — POST /questions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8686800" cy="363931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/questions — ruta protejata, doar utilizatori autentificati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requireAuth, async (req, res)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title, description, tags = [] } = req.body;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Validam ca avem cel putin titlu si descriere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(!title?.trim() || !description?.trim())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res.status(400).json({ error: 'title si description sunt obligatorii'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author_id vine din TOKEN (req.user.id), NU din body!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Daca am folosi req.body.author_id, un user malitios ar putea posta in numele altuia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question, error } = await supabase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.from('questions')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.insert({ title, description, author_id: req.user.id 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.single();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(error) return res.status(500).json({ error: error.message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Procesam tag-urile: upsert = insert daca nu exista, ignora daca exista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onConflict: 'name' -&gt; daca 'javascript' deja exista, nu crea duplicat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tagName of tags)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data: tag } = await supabase.from('tags')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.upsert({ name: tagName.toLowerCase() }, { onConflict: 'name' 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.select().single();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Legam tag-ul de intrebare in tabela de legatura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supabase.from('question_tags')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.insert({ question_id: question.id, tag_id: tag.id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res.status(201).json(question); // 201 = Created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4553712"/>
            <a:ext cx="868680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4571999"/>
            <a:ext cx="84673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vine INTOTDEAUNA din req.user.id (token JWT verificat), niciodata din body. Regula </a:t>
            </a:r>
            <a:r>
              <a:rPr lang="en-US" sz="1000" b="1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</a:t>
            </a: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Securitate.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Routes — PATCH /questions/:id/vote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toggle: acelasi vot = anulezi. Vot opus = schimbi. Vot nou = adaugi.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" y="1078992"/>
            <a:ext cx="8686800" cy="400507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243584"/>
            <a:ext cx="850392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router.patch('/:id/vote', requireAuth, async (req, res)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value } = req.body;                     // 1 = upvote, -1 = downvote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(value !== 1 &amp;&amp; value !== -1)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res.status(400).json({ error: 'value trebuie sa fie 1 sau -1'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qId = req.params.id;   // id-ul intrebarii din URL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uid = req.user.id;     // id-ul userului din token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Verificam daca userul a mai votat pe aceasta intrebare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v } = await supabase.from('votes')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.select('*').eq('question_id', qId).eq('user_id', uid).single();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(v)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(v.value === value)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Acelasi vot — userul a dat click din nou: anulam votul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supabase.from('votes').delete().eq('id', v.id);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Vot diferit — a trecut de la upvote la downvote sau invers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supabase.from('votes').update({ value }).eq('id', v.id);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Niciun vot anterior — inseram votul nou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supabase.from('votes').insert({ question_id: qId, user_id: uid, value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Actualizam contorul via functie Postgres — atomic, fara race condition!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 singura operatie SQL nu poate fi intrerupta la jumatate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supabase.rpc('increment_question_votes', { q_id: qId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q } = await supabase.from('questions')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.select('vote_count').eq('id', qId).single();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vote_count: q.vote_count }); // frontenddul actualizeaza numarul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/answers/:id/accept — business logic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594693"/>
            <a:ext cx="8650224" cy="4251623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94944"/>
            <a:ext cx="850392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router.patch('/:id/accept', requireAuth, async (req, res) =&gt;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  = req.user.id;     // din token — cine face request-ul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answerId = req.params.id;   // din URL — ce raspuns vrea sa accepte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1: preluam raspunsul impreuna cu intrebarea sa (join)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Avem nevoie de question.author_id pentru verificarea din pasul 2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answer } = await supabase.from('answers')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.select('*, question:questions!question_id(*)')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.eq('id', answerId).single();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(!answer) return res.status(404).json({ error: 'Raspunsul nu exista' });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2: doar autorul intrebarii poate accepta un raspuns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403 Forbidden = esti autentificat dar nu ai DREPTUL sa faci asta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(answer.question.author_id !== userId)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res.status(403).json({ error: 'Doar autorul intrebarii poate accepta' });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Pasul 3: nu putem accepta doua raspunsuri la aceeasi intrebare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alreadyAccepted } = await supabase.from('answers')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.select('id').eq('question_id', answer.question_id).eq('is_accepted', true);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(alreadyAccepted?.length &gt; 0)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res.status(400).json({ error: 'Un raspuns e deja acceptat la aceasta intrebare' });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Pasii 4-6: actualizam DB-ul — in productie acestea ar fi intr-o tranzactie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supabase.from('answers').update({ is_accepted: true }).eq('id', answerId);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supabase.from('questions').update({ is_solved: true }).eq('id', answer.question_id);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Acorda +15 reputation autorului raspunsului, atomic via functie Postgres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supabase.rpc('increment_reputation', { user_id: answer.author_id, points: 15 });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message: 'Raspuns acceptat cu succes', answerId });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01168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accepta pe intrebarea altcuiva -&gt; 403. Accepta pe a ta -&gt; succes. Accepta un al doilea raspuns -&gt; 400.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Atomicitate</a:t>
            </a: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 ce conteaza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49225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Pasii 4-6 din Accept Answer sunt 3 operatii separate. Ce se intampla daca una esueaza?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918972"/>
            <a:ext cx="4160520" cy="178308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992124"/>
            <a:ext cx="39776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Scenariul de failure (situatia noastra actuala):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Pasul 4: UPDATE answers  SET is_accepted = true  -&gt; SUCCES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Pasul 5: UPDATE questions SET is_solved = true   -&gt; ESEC (ex: timeout de retea)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Pasul 6:                                         -&gt; nu mai ruleaza niciodata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Rezultat: raspunsul e marcat acceptat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intrebarea NU e marcata rezolvata   &lt;- inconsistenta in DB!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18972"/>
            <a:ext cx="4370832" cy="178308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992124"/>
            <a:ext cx="418795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Solutia corecta: tranzactie 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BEGIN;   &lt;- incepem o tranzactie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answers  SET is_accepted = true WHERE ...;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questions SET is_solved  = true WHERE ...;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profiles SET reputation = reputation + 15 WHERE ...;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COMMIT;  &lt;- toate operatiile sau niciuna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Daca orice operatie esueaza: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ROLLBACK; &lt;- totul revine la starea initiala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" y="2766061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increment_reputation RPC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diferit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1" y="3104388"/>
            <a:ext cx="8723377" cy="1421891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1" y="3177540"/>
            <a:ext cx="8523487" cy="1271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 singura operatie SQL este automat atomica — nu poate fi intrerupta: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profiles SET reputation = reputation + 15 WHERE id = $1;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Daca doi useri isi accepta raspunsuri simultan, ambele +15 se aplica corect.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Alternativa proasta (race condition):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read reputation = 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(alt request face acelasi lucru, citeste si el 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write 100 + 15 = 115  &lt;- ambii scriu 115, un +15 se pierde!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" y="407365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Rewire Frontend — src/lib/api.ts (helper central)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480560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43891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Inlocuim toate apelurile directe Supabase din frontend cu un singur punct de acces catre backend-ul nostru.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" y="682777"/>
            <a:ext cx="8723376" cy="4460723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804672"/>
            <a:ext cx="850392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src/lib/api.ts — toate request-urile trec prin aceasta functie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API_URL = import.meta.env.VITE_API_URL; // ex: http://localhost:3000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ATENTIE: prefixul VITE_ este obligatoriu! Fara el, valoarea e undefined.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request(path: string, options: RequestInit = {})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localStorage.getItem('smo_token'); // token-ul salvat la login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fetch(API_URL + path,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...options,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'Content-Type': 'application/json',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Adaugam token-ul daca exista (rute protejate)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...(token ? { Authorization: 'Bearer ' + token } : {}),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...(options.headers || {}), // permitem suprascrierea headerelor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(res.status === 401)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Token-ul a expirat -&gt; incercam sa il reinnoim automat (silent refresh)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rt = localStorage.getItem('smo_refresh');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(rt)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d = await request('/auth/refresh',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method: 'POST',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body: JSON.stringify({ refreshToken: rt 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localStorage.setItem('smo_token', d.accessToken); // salvam noul token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request(path, options); // reincercam request-ul original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Error('Unauthorized'); // refresh a esuat -&gt; user trebuie sa se logheze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await res.json(); // aruncam eroarea de la server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res.json();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" y="455371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Rewire Frontend — exporturi api.ts si useAuth.tsx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822960"/>
            <a:ext cx="8686800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96112"/>
            <a:ext cx="8503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Functii exportate — componentele apeleaza astea, nu fetch() direct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Avantaj: daca schimbi URL-ul sau structura, modifici intr-un singur loc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getQuestions   = ()               =&gt; request('/questions');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getQuestion    = (id: string)     =&gt; request('/questions/'+id);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createQuestion = (data: any)     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request('/questions', { method:'POST', body:JSON.stringify(data)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voteQuestion   = (id:string, value:1|-1)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request('/questions/'+id+'/vote', { method:'PATCH', body:JSON.stringify({value})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acceptAnswer   = (id: string)    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request('/answers/'+id+'/accept', { method:'PATCH' });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2633471"/>
            <a:ext cx="8759952" cy="2285995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2706624"/>
            <a:ext cx="8503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src/hooks/useAuth.tsx — inlocuim supabase.auth cu apeluri la backend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login = async (email: string, password: string)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request('/auth/login',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method:'POST', body:JSON.stringify({ email, password })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Salvam ambii tokeni: access pentru fiecare request, refresh pentru reinoire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localStorage.setItem('smo_token',   data.accessToken);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localStorage.setItem('smo_refresh', data.refreshToken);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setUser(data.user);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register = async (email:string, password:string, username:string)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request('/auth/register',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method:'POST', body:JSON.stringify({ email, password, username })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localStorage.setItem('smo_token',   data.accessToken);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localStorage.setItem('smo_refresh', data.refreshToken);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setUser(data.user);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logout: localStorage.removeItem('smo_token'); removeItem('smo_refresh'); setUser(null);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1168" y="5010912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de ce browserul blocheaza request-urile noastre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8759952" cy="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4919472"/>
            <a:ext cx="875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AC Labs — Lab 6: Backend / API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este un mecanism de securitate implementat de browser, nu de server. Browserul blocheaza request-urile intre origini diferite.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261872"/>
            <a:ext cx="868680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335024"/>
            <a:ext cx="85039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Eroarea pe care o vei vedea in consola browserului: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to fetch at 'http://localhost:3000/questions'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origin 'http://localhost:5173' has been blocked by CORS policy: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'Access-Control-Allow-Origin' header is present on the requested resource.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ce se intampla: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 http://localhost:5173  &lt;- originea 1 (Vite dev server)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  http://localhost:3000  &lt;- originea 2 (Express)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 diferit = origini diferite = browser blocheaza automat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2944368"/>
            <a:ext cx="8686800" cy="2121408"/>
          </a:xfrm>
          <a:prstGeom prst="rect">
            <a:avLst/>
          </a:prstGeom>
          <a:solidFill>
            <a:srgbClr val="1A2535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3017520"/>
            <a:ext cx="85039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 — FIX: cors() trebuie pus INAINTE de orice ruta!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cors = require('cors');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Pentru development: permitem toate originile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Pentru productie: restrictionam la originile noastre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origin: ['http://localhost:5173', 'https://app-meu.com'],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methods: ['GET','POST','PATCH','DELETE'],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allowedHeaders: ['Content-Type','Authorization']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  // &lt;- dupa cors, nu inainte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app.use('/auth', authRouter);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app.use('/questions', questionsRouter);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" y="486460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delay="0"/>
              </p:prevCondLst>
              <p:nextCondLst>
                <p:cond delay="0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7034</Words>
  <Application>Microsoft Macintosh PowerPoint</Application>
  <PresentationFormat>On-screen Show (16:9)</PresentationFormat>
  <Paragraphs>811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6 — Backend / API Layer</dc:title>
  <dc:subject>PptxGenJS Presentation</dc:subject>
  <dc:creator>PptxGenJS</dc:creator>
  <cp:lastModifiedBy>Chivu, Andrei</cp:lastModifiedBy>
  <cp:revision>20</cp:revision>
  <dcterms:created xsi:type="dcterms:W3CDTF">2026-05-25T14:04:09Z</dcterms:created>
  <dcterms:modified xsi:type="dcterms:W3CDTF">2026-05-26T14:10:58Z</dcterms:modified>
</cp:coreProperties>
</file>